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998583468a4b07" /><Relationship Type="http://schemas.openxmlformats.org/officeDocument/2006/relationships/extended-properties" Target="/docProps/app.xml" Id="Rdf1c95956e5a4f0a" /><Relationship Type="http://schemas.openxmlformats.org/officeDocument/2006/relationships/officeDocument" Target="/ppt/presentation.xml" Id="Rbd8e278a01d043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dbe10fc2fb45a7"/>
  </p:sldMasterIdLst>
  <p:notesMasterIdLst>
    <p:notesMasterId xmlns:r="http://schemas.openxmlformats.org/officeDocument/2006/relationships" r:id="R2c7684a86d3d4103"/>
  </p:notesMasterIdLst>
  <p:sldIdLst>
    <p:sldId xmlns:r="http://schemas.openxmlformats.org/officeDocument/2006/relationships" id="256" r:id="Ra7e059f5afeb45b1"/>
    <p:sldId xmlns:r="http://schemas.openxmlformats.org/officeDocument/2006/relationships" id="257" r:id="R89e9ee3f737a49ba"/>
    <p:sldId xmlns:r="http://schemas.openxmlformats.org/officeDocument/2006/relationships" id="258" r:id="Rd3a846d83a344509"/>
    <p:sldId xmlns:r="http://schemas.openxmlformats.org/officeDocument/2006/relationships" id="259" r:id="R418e239e82004a1d"/>
    <p:sldId xmlns:r="http://schemas.openxmlformats.org/officeDocument/2006/relationships" id="260" r:id="Rbf4f7a639fd248fb"/>
    <p:sldId xmlns:r="http://schemas.openxmlformats.org/officeDocument/2006/relationships" id="261" r:id="Rbcbff4ba0ef24e43"/>
    <p:sldId xmlns:r="http://schemas.openxmlformats.org/officeDocument/2006/relationships" id="262" r:id="R51a9053fc1c64e20"/>
    <p:sldId xmlns:r="http://schemas.openxmlformats.org/officeDocument/2006/relationships" id="263" r:id="R1afb59d3eb5b4d61"/>
    <p:sldId xmlns:r="http://schemas.openxmlformats.org/officeDocument/2006/relationships" id="264" r:id="R9cf837c3df98471a"/>
    <p:sldId xmlns:r="http://schemas.openxmlformats.org/officeDocument/2006/relationships" id="265" r:id="Rb4c322c0fa964d40"/>
    <p:sldId xmlns:r="http://schemas.openxmlformats.org/officeDocument/2006/relationships" id="266" r:id="R6de035de01d74cf5"/>
    <p:sldId xmlns:r="http://schemas.openxmlformats.org/officeDocument/2006/relationships" id="267" r:id="Rf6304cf18b29416d"/>
    <p:sldId xmlns:r="http://schemas.openxmlformats.org/officeDocument/2006/relationships" id="268" r:id="R977f7391e79b4f64"/>
    <p:sldId xmlns:r="http://schemas.openxmlformats.org/officeDocument/2006/relationships" id="269" r:id="R74d6c326570d4a96"/>
    <p:sldId xmlns:r="http://schemas.openxmlformats.org/officeDocument/2006/relationships" id="270" r:id="R703be5d6d8d24c3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79d30232b34b62" /><Relationship Type="http://schemas.openxmlformats.org/officeDocument/2006/relationships/slideMaster" Target="/ppt/slideMasters/slideMaster1.xml" Id="R33dbe10fc2fb45a7" /><Relationship Type="http://schemas.openxmlformats.org/officeDocument/2006/relationships/notesMaster" Target="/ppt/notesMasters/notesMaster1.xml" Id="R2c7684a86d3d4103" /><Relationship Type="http://schemas.openxmlformats.org/officeDocument/2006/relationships/presProps" Target="/ppt/presProps.xml" Id="Rd8e72d736c1640be" /><Relationship Type="http://schemas.openxmlformats.org/officeDocument/2006/relationships/tableStyles" Target="/ppt/tableStyles.xml" Id="Rf19efa72ffe141f1" /><Relationship Type="http://schemas.openxmlformats.org/officeDocument/2006/relationships/slide" Target="/ppt/slides/slide1.xml" Id="Ra7e059f5afeb45b1" /><Relationship Type="http://schemas.openxmlformats.org/officeDocument/2006/relationships/slide" Target="/ppt/slides/slide2.xml" Id="R89e9ee3f737a49ba" /><Relationship Type="http://schemas.openxmlformats.org/officeDocument/2006/relationships/slide" Target="/ppt/slides/slide3.xml" Id="Rd3a846d83a344509" /><Relationship Type="http://schemas.openxmlformats.org/officeDocument/2006/relationships/slide" Target="/ppt/slides/slide4.xml" Id="R418e239e82004a1d" /><Relationship Type="http://schemas.openxmlformats.org/officeDocument/2006/relationships/slide" Target="/ppt/slides/slide5.xml" Id="Rbf4f7a639fd248fb" /><Relationship Type="http://schemas.openxmlformats.org/officeDocument/2006/relationships/slide" Target="/ppt/slides/slide6.xml" Id="Rbcbff4ba0ef24e43" /><Relationship Type="http://schemas.openxmlformats.org/officeDocument/2006/relationships/slide" Target="/ppt/slides/slide7.xml" Id="R51a9053fc1c64e20" /><Relationship Type="http://schemas.openxmlformats.org/officeDocument/2006/relationships/slide" Target="/ppt/slides/slide8.xml" Id="R1afb59d3eb5b4d61" /><Relationship Type="http://schemas.openxmlformats.org/officeDocument/2006/relationships/slide" Target="/ppt/slides/slide9.xml" Id="R9cf837c3df98471a" /><Relationship Type="http://schemas.openxmlformats.org/officeDocument/2006/relationships/slide" Target="/ppt/slides/slide10.xml" Id="Rb4c322c0fa964d40" /><Relationship Type="http://schemas.openxmlformats.org/officeDocument/2006/relationships/slide" Target="/ppt/slides/slide11.xml" Id="R6de035de01d74cf5" /><Relationship Type="http://schemas.openxmlformats.org/officeDocument/2006/relationships/slide" Target="/ppt/slides/slide12.xml" Id="Rf6304cf18b29416d" /><Relationship Type="http://schemas.openxmlformats.org/officeDocument/2006/relationships/slide" Target="/ppt/slides/slide13.xml" Id="R977f7391e79b4f64" /><Relationship Type="http://schemas.openxmlformats.org/officeDocument/2006/relationships/slide" Target="/ppt/slides/slide14.xml" Id="R74d6c326570d4a96" /><Relationship Type="http://schemas.openxmlformats.org/officeDocument/2006/relationships/slide" Target="/ppt/slides/slide15.xml" Id="R703be5d6d8d24c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028b4e930b41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d17c302d364092" /><Relationship Type="http://schemas.openxmlformats.org/officeDocument/2006/relationships/notesMaster" Target="/ppt/notesMasters/notesMaster1.xml" Id="R00d5c06f0b9b48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4bd6c41bae4ec0" /><Relationship Type="http://schemas.openxmlformats.org/officeDocument/2006/relationships/notesMaster" Target="/ppt/notesMasters/notesMaster1.xml" Id="R636c81574ce946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43ad56bae44073" /><Relationship Type="http://schemas.openxmlformats.org/officeDocument/2006/relationships/notesMaster" Target="/ppt/notesMasters/notesMaster1.xml" Id="R7b6f654916f341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fb6996968b4b2e" /><Relationship Type="http://schemas.openxmlformats.org/officeDocument/2006/relationships/notesMaster" Target="/ppt/notesMasters/notesMaster1.xml" Id="Rf507bfefd00d49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05ef69ea654937" /><Relationship Type="http://schemas.openxmlformats.org/officeDocument/2006/relationships/notesMaster" Target="/ppt/notesMasters/notesMaster1.xml" Id="R5bd613ca8eff4c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2215250e1b47c3" /><Relationship Type="http://schemas.openxmlformats.org/officeDocument/2006/relationships/notesMaster" Target="/ppt/notesMasters/notesMaster1.xml" Id="Rf73eba449daa41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c42940832e4755" /><Relationship Type="http://schemas.openxmlformats.org/officeDocument/2006/relationships/notesMaster" Target="/ppt/notesMasters/notesMaster1.xml" Id="R2b8ca873036346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d66a6f00b94d14" /><Relationship Type="http://schemas.openxmlformats.org/officeDocument/2006/relationships/notesMaster" Target="/ppt/notesMasters/notesMaster1.xml" Id="Red88a20e3c6844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883d42c5684827" /><Relationship Type="http://schemas.openxmlformats.org/officeDocument/2006/relationships/notesMaster" Target="/ppt/notesMasters/notesMaster1.xml" Id="R90e72016252d46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939cca8834e482a" /><Relationship Type="http://schemas.openxmlformats.org/officeDocument/2006/relationships/notesMaster" Target="/ppt/notesMasters/notesMaster1.xml" Id="R45e5e5c26dc14a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f695bb7f9748b3" /><Relationship Type="http://schemas.openxmlformats.org/officeDocument/2006/relationships/notesMaster" Target="/ppt/notesMasters/notesMaster1.xml" Id="Rd5cfe8879c9144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3c1b7454634cd4" /><Relationship Type="http://schemas.openxmlformats.org/officeDocument/2006/relationships/notesMaster" Target="/ppt/notesMasters/notesMaster1.xml" Id="Rf0104cf62c42488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265a084d8c84b59" /><Relationship Type="http://schemas.openxmlformats.org/officeDocument/2006/relationships/notesMaster" Target="/ppt/notesMasters/notesMaster1.xml" Id="R0a57934e35eb419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fae64f865684386" /><Relationship Type="http://schemas.openxmlformats.org/officeDocument/2006/relationships/notesMaster" Target="/ppt/notesMasters/notesMaster1.xml" Id="Rc0ab200a6e8d44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bce74e69e6249a7" /><Relationship Type="http://schemas.openxmlformats.org/officeDocument/2006/relationships/notesMaster" Target="/ppt/notesMasters/notesMaster1.xml" Id="R921973eba8ba40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principal: Projeto Aplicado Localiza, enunciado acadêmico fornecido ao projeto,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 test_f1_cria_rascunho_sem_recadastro_e_reutiliza_idempotencia.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 test_f2_ativacao_cria_uma_cobranca_e_uma_preparacao_de_retirada.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testes de F3 e indisponibilidade.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e docs/VISAO_NEGOCIO.md.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docs/EVIDENCIAS_VALIDACAO.md. Medição local em 13 de setembro de 2026 com 200 consultas de prontidão.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 técnico, seção 12, e docs/EVOLUCAO_MANUTENCAO.md. Inserir nomes e contribuições individuais antes da submissão.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d4315cf85a48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3c400d3ceb445b" /><Relationship Type="http://schemas.openxmlformats.org/officeDocument/2006/relationships/slideLayout" Target="/ppt/slideLayouts/slideLayout1.xml" Id="Rd4b7f50e9a3149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b7f50e9a3149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ad8c257774102" /><Relationship Type="http://schemas.openxmlformats.org/officeDocument/2006/relationships/notesSlide" Target="/ppt/notesSlides/notesSlide1.xml" Id="R9b2c231c16fc41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81ed15b114ad0" /><Relationship Type="http://schemas.openxmlformats.org/officeDocument/2006/relationships/notesSlide" Target="/ppt/notesSlides/notesSlide2.xml" Id="R636d57315a9f4f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34154a8254ec7" /><Relationship Type="http://schemas.openxmlformats.org/officeDocument/2006/relationships/notesSlide" Target="/ppt/notesSlides/notesSlide3.xml" Id="R2591d7fc3cd543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ad5d3c0a8d4596" /><Relationship Type="http://schemas.openxmlformats.org/officeDocument/2006/relationships/notesSlide" Target="/ppt/notesSlides/notesSlide4.xml" Id="Rdd5e76b2073240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5adbe34aa42f2" /><Relationship Type="http://schemas.openxmlformats.org/officeDocument/2006/relationships/notesSlide" Target="/ppt/notesSlides/notesSlide5.xml" Id="R64fa29e99d054a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e626640d048d3" /><Relationship Type="http://schemas.openxmlformats.org/officeDocument/2006/relationships/notesSlide" Target="/ppt/notesSlides/notesSlide6.xml" Id="R4086a869a99342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4fc141d0840ff" /><Relationship Type="http://schemas.openxmlformats.org/officeDocument/2006/relationships/notesSlide" Target="/ppt/notesSlides/notesSlide7.xml" Id="Rb82f2c8c0aa940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ad8ce197a4efb" /><Relationship Type="http://schemas.openxmlformats.org/officeDocument/2006/relationships/notesSlide" Target="/ppt/notesSlides/notesSlide8.xml" Id="Rcee49633c6e546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e0cff199d4371" /><Relationship Type="http://schemas.openxmlformats.org/officeDocument/2006/relationships/notesSlide" Target="/ppt/notesSlides/notesSlide9.xml" Id="Rdab77489510a45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c8f6b0fc148e8" /><Relationship Type="http://schemas.openxmlformats.org/officeDocument/2006/relationships/notesSlide" Target="/ppt/notesSlides/notesSlide10.xml" Id="R89849b1e9cda4b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3f384c49d46fe" /><Relationship Type="http://schemas.openxmlformats.org/officeDocument/2006/relationships/notesSlide" Target="/ppt/notesSlides/notesSlide11.xml" Id="R1a7330eeb8384b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fef2ab2c947b1" /><Relationship Type="http://schemas.openxmlformats.org/officeDocument/2006/relationships/notesSlide" Target="/ppt/notesSlides/notesSlide12.xml" Id="R0eab0c4ee3b644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7a1e1e56a41aa" /><Relationship Type="http://schemas.openxmlformats.org/officeDocument/2006/relationships/notesSlide" Target="/ppt/notesSlides/notesSlide13.xml" Id="Rcabaa06406334fd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7361f07a24a9b" /><Relationship Type="http://schemas.openxmlformats.org/officeDocument/2006/relationships/notesSlide" Target="/ppt/notesSlides/notesSlide14.xml" Id="R9ac564401212420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eaa4284664bf9" /><Relationship Type="http://schemas.openxmlformats.org/officeDocument/2006/relationships/notesSlide" Target="/ppt/notesSlides/notesSlide15.xml" Id="R38034a93b8f143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8D89D-8D78-4C66-9B7E-5F1FFC0F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Empresa de Serviços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04581-8C78-417C-9A3F-404E7D1D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C7C82-0B56-4F1C-893E-7A8988EB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E0682-F7A2-4A27-9F8C-6830C270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Equipe do Projeto Aplicado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 de setembro de 2026 · em revisão</a:t>
            </a:r>
          </a:p>
        </p:txBody>
      </p:sp>
    </p:spTree>
    <p:extLst>
      <p:ext uri="{BB962C8B-B14F-4D97-AF65-F5344CB8AC3E}">
        <p14:creationId xmlns:p14="http://schemas.microsoft.com/office/powerpoint/2010/main" val="3071435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A9406-4916-4AE1-81A9-C7319E20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EF7B9-E16B-4E91-8CF7-A4E6EF20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FF770-E2BF-4356-8D32-2CC8A0D5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F54B3B-23A9-44B4-8A23-DCAF4B03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4D312-BE0D-489C-9D07-DD9489B9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FB6779-E762-4DBC-99F2-08FCF3A1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61145-11D5-4657-B96A-7ADF092C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B511BE-011C-4538-99FB-4FEA07A6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86A59-46B1-40A6-BCB8-814E7896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20039589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D8657A-6BE9-486D-A312-5E342A54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E001C-29EA-4DEF-BE52-5DA1501A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D33C0-AB26-4D1B-8B58-C29A2FFA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BD275-18E4-4A49-A023-2DD3DC21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61925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E79E3-BCC5-44C8-A9B1-D7E06A2B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5392E-8AB2-422D-9397-5B9C611A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039A25-8AF5-4645-94E5-8F6EBD53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56AB9-5A64-43D3-9414-F4C26D1E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00250"/>
            <a:ext cx="142875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38125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6250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14375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52500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FE4F1-89C9-4D29-B8F7-9CCEAC4F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7BBCC7-8B38-43AE-8EFE-753C8CE5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9810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ou integrações específicas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1760954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5FB4E-857F-442E-A5B3-38DD2065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3D115A-65F8-44B6-9B35-4E1BF62F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BE9CBD-8978-49BE-8D19-FFAE8BE8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21D15-5318-47B1-8240-BEC5D652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preparação de retirada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grupo de veículo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B21AF9-88B9-460A-BCF5-50BF594C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2461D8-E809-4B10-A7E1-CCA0DE62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18587871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C5124-0CD9-4D60-B5FB-21C331D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703B7-B29B-43B5-A795-A65887E3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D4F55-6399-408F-A912-260B90C7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020DF-8FF1-4009-8B77-4BCBA5EC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49AB19-2502-4963-935E-BE062730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 e RabbitMQ sustentam a demonstração local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71E268-CAB5-4497-9D66-C67B035E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21090655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F9FFE5-6BFA-48EF-A004-896C6644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61072-61C2-498B-A7D3-42895B12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AE838-68C6-453C-8B21-D1A538BF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FACC6-58D5-4240-8919-1D4BA7F7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190625"/>
            <a:ext cx="2000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REST v1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C1C2B-564C-40B2-A3D9-46B75DAF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6E2B8-7B22-400A-B72C-C0AAB2EA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B0F455-940B-4BB3-BDA3-CE20FFF2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12C30-C5F7-4F04-BD02-C45A2F25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11E89-EDF2-4FA9-92BC-6E5F8763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cxnSp>
        <p:nvCxnSpPr>
          <p:cNvPr id="31" name="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1619250" y="1857375"/>
            <a:ext cx="4476750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2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3857625" y="1857375"/>
            <a:ext cx="22383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4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1857375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4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096000" y="1857375"/>
            <a:ext cx="22383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5" name=""/>
          <p:cNvCxnSpPr>
            <a:stCxn xmlns:a="http://schemas.openxmlformats.org/drawingml/2006/main" id="4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6096000" y="1857375"/>
            <a:ext cx="4476750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C2975-F8F1-497D-B480-468C55F6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29125"/>
            <a:ext cx="47625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Integration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 Inbox  Auditoria</a:t>
            </a:r>
          </a:p>
        </p:txBody>
      </p:sp>
      <p:cxnSp>
        <p:nvCxnSpPr>
          <p:cNvPr id="37" name=""/>
          <p:cNvCxnSpPr>
            <a:stCxn xmlns:a="http://schemas.openxmlformats.org/drawingml/2006/main" id="5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1619250" y="3457575"/>
            <a:ext cx="44767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38" name=""/>
          <p:cNvCxnSpPr>
            <a:stCxn xmlns:a="http://schemas.openxmlformats.org/drawingml/2006/main" id="6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3857625" y="3457575"/>
            <a:ext cx="2238375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39" name=""/>
          <p:cNvCxnSpPr>
            <a:stCxn xmlns:a="http://schemas.openxmlformats.org/drawingml/2006/main" id="7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3457575"/>
            <a:ext cx="0" cy="9715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40" name=""/>
          <p:cNvCxnSpPr>
            <a:stCxn xmlns:a="http://schemas.openxmlformats.org/drawingml/2006/main" id="8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6096000" y="3457575"/>
            <a:ext cx="2238375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41" name=""/>
          <p:cNvCxnSpPr>
            <a:stCxn xmlns:a="http://schemas.openxmlformats.org/drawingml/2006/main" id="9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6096000" y="3457575"/>
            <a:ext cx="44767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12001B-6C10-4390-B1F1-C3417DBF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6197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11818093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B12370-1680-44BA-B033-C308FB7E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B77CF-F30A-4369-80C0-48C857FE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856EB-DE2B-44C2-B80E-3E8F0808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7E7CE-39BA-4C04-B27C-F204CC2B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298A5-2AAE-423B-B004-5073AE05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consentimento, perfil de locação e oportunidade corporativa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66D9F-D684-42C6-92BB-089A1D55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A2FB9-990C-4BC4-B3D9-EF85F854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de locação, grupo de veículo, vigência, proteções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8211DE-5794-41EF-AC47-4A75CFDF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B1A65A-B4F1-450A-A558-BB69E652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Pré-autorização, cobrança, fatura, pagamento, caução, multa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7152C-AD06-4643-A905-A1B2B86E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C7187-7745-4EBF-84B5-AD8A5275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assistência,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294C67-962D-48CA-AAEB-CD62452D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297E5D-14D2-48BA-9F23-DBFEBA73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 operacional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725D28-A884-4F60-A174-FE77E19F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9F6C12-761B-42C9-9C96-B48DBF5C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216230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F9366-E495-48EA-9E5A-DF10DD5F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AFA79-2921-40C9-BD28-063EA243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reserva/contrato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2E51D2-E5C2-4F85-A279-813927EB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32920-096A-4696-A811-E8181320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9B181-B378-469E-99C0-E496B57A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EC76E-169D-4843-951B-CAAF1C37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cxnSp>
        <p:nvCxnSpPr>
          <p:cNvPr id="1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D393B7-7F87-4BC6-AF3C-4F414A63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910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E9140-878D-4E9B-ACFF-906741B8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95875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Resultado testado: rascunho sem recadastro</a:t>
            </a:r>
          </a:p>
        </p:txBody>
      </p:sp>
    </p:spTree>
    <p:extLst>
      <p:ext uri="{BB962C8B-B14F-4D97-AF65-F5344CB8AC3E}">
        <p14:creationId xmlns:p14="http://schemas.microsoft.com/office/powerpoint/2010/main" val="18802735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58DEEF-FDF7-4696-AA8C-5D32501B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14B2B-1C7B-4457-BBED-7D210960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preparação de retirada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010A5F-2D65-435F-8CAE-22A198B3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8E920-9475-4033-9C8C-CD03AA67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3FBED0-58E5-423C-ABC8-8192228E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F88D-75DC-462F-BCC4-C5FE24AE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4B8A44-434D-4098-A095-5D1F8EE0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preparação de retirada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E2F332-636B-410B-A66D-C85F0228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482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</p:spTree>
    <p:extLst>
      <p:ext uri="{BB962C8B-B14F-4D97-AF65-F5344CB8AC3E}">
        <p14:creationId xmlns:p14="http://schemas.microsoft.com/office/powerpoint/2010/main" val="18147195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4914E-2E05-41D8-A393-52D7AD16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8B9308-2BD2-4AF0-A8D9-165C917A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E6229-26E2-44C6-B36F-1C018C07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2F274-2119-4FAF-AA18-587E57F0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E1D45-366A-46BA-89EA-74717B39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93D4D-0DA4-4BF5-8132-482AA658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8A891-312B-4D37-8BDA-926CF5D0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CF9C1-DD21-4504-914A-E38093B0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38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Indisponibilidade preserva a solicitação para reconciliação</a:t>
            </a:r>
          </a:p>
        </p:txBody>
      </p:sp>
    </p:spTree>
    <p:extLst>
      <p:ext uri="{BB962C8B-B14F-4D97-AF65-F5344CB8AC3E}">
        <p14:creationId xmlns:p14="http://schemas.microsoft.com/office/powerpoint/2010/main" val="16087706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E9C05-849B-4A94-A11F-D8A7D8E4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A0FC4B-E4E5-4F44-9A1D-FD7D2157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reservas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7AF1EB-2CB8-4520-89F1-35D413A5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7F3AB1-9ACF-45F0-AF52-8B9DBCCA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71854-40E6-46FF-BB7D-467111BC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DAD26A-4EA9-4CC2-AA06-7FB68994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8425487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E64FDC-5BA0-434F-90BB-446CC292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0E5FC-47F3-460B-B57B-CDABC95C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B67539-D1E2-4D59-9EC6-CC575CFA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D29F6-5F5A-4B59-BAFF-16441422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DA462-3F88-4CD7-AD6B-7DC820F5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Fila de falha e reprocessamento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82C35-5D1F-46F9-95B6-F5F13777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1037BF-4E53-4A3D-9CE3-DCE2D6F4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Tokens locais ou segredo público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Validação na fronteira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Dados mínimos em logs e eventos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55BD98-A25B-4B2C-ADAA-81291DAF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A2780A-39CF-4E59-963A-94636BDA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04844-2031-4E0B-B7A4-5C892758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0125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Falha permanente testada após três tentativas e reprocessamento auditado</a:t>
            </a:r>
          </a:p>
        </p:txBody>
      </p:sp>
    </p:spTree>
    <p:extLst>
      <p:ext uri="{BB962C8B-B14F-4D97-AF65-F5344CB8AC3E}">
        <p14:creationId xmlns:p14="http://schemas.microsoft.com/office/powerpoint/2010/main" val="15440543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9BE8D-78DD-4B0B-ACA1-94529DC9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0FAFC-4623-4EBE-AB42-9C0E253B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Evolução e viabilidade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13F5A-0C39-490A-9A2F-38758962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C10599-94D6-462A-8E9D-949C6950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6858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entram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Campos opcionais permitem evolução compatível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API sem estado e consumidores por fila permitem escala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de módulo exige métricas e novo ADR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Docker Compose limita custo da demonstração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8FF70-9D28-410F-9B6A-CE6BC028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8112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Indicadores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CFD907-FC7D-41DB-B993-BD509724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3143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Tempo de ativação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SLA incorreto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por integração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Tempo de diagnóstico</a:t>
            </a:r>
          </a:p>
        </p:txBody>
      </p:sp>
    </p:spTree>
    <p:extLst>
      <p:ext uri="{BB962C8B-B14F-4D97-AF65-F5344CB8AC3E}">
        <p14:creationId xmlns:p14="http://schemas.microsoft.com/office/powerpoint/2010/main" val="21161751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0DDF92-BBB3-46F6-9BEB-2B6C39BE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0ECA1-641C-4D1D-90A6-9F6C2F46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Demonstração e resultados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D81FE-E835-4D40-9970-1EDF71E7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0855FC-A732-4472-8FA9-71096AF5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81125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Suíte ampliada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F62FB-884E-4931-8C53-19E230BC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811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p95  6,36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44759-BE11-4160-99BE-756A014D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857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F1 cria rascunho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F2 cria uma cobrança e uma preparação de retirada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F3 registra SLA e inicia resolução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 controlada preserva e reconcilia o chamado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Rastreabilidade reúne auditoria e eventos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32E3C5-3FD4-4C7C-8EF4-DE9F90D3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Premissas do AS IS seguem para validação com a organização</a:t>
            </a:r>
          </a:p>
        </p:txBody>
      </p:sp>
    </p:spTree>
    <p:extLst>
      <p:ext uri="{BB962C8B-B14F-4D97-AF65-F5344CB8AC3E}">
        <p14:creationId xmlns:p14="http://schemas.microsoft.com/office/powerpoint/2010/main" val="137678255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C307D-7D84-4E8E-B6C9-0371BF9D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CA43A3-6EC9-4F9B-AB67-77280752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Conclusões e próximos passos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07A0E5-BB80-4C4A-A530-6892AA72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2A080-2761-45DC-A2B5-3C86FEE8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Conclusões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CA2ED-DAD3-435C-A190-EC63B796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 arquitetura integrou os três fluxos obrigatórios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 e fronteiras permitem evolução incremental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correlação tornam falhas recuperáveis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BA59B-B0EC-4D2B-9206-5658E30B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Limites e evolução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07139-145E-49D4-A447-4A1E51DC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47875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Validar premissas e interfaces do AS IS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Publicar e testar a demo gratuita com dados sintéticos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Adicionar identidade individual e retentativas com atraso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02A3CB-4B2E-4D40-9224-12BBE93D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91125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Próxima ação: validar a solução com dados, volumes e responsáveis reais</a:t>
            </a:r>
          </a:p>
        </p:txBody>
      </p:sp>
    </p:spTree>
    <p:extLst>
      <p:ext uri="{BB962C8B-B14F-4D97-AF65-F5344CB8AC3E}">
        <p14:creationId xmlns:p14="http://schemas.microsoft.com/office/powerpoint/2010/main" val="1494715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2026-09-27T20:26:12.7300000Z</dcterms:created>
  <dcterms:modified xsi:type="dcterms:W3CDTF">2026-09-27T20:26:12.7310000Z</dcterms:modified>
</coreProperties>
</file>