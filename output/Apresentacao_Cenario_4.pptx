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13eb4976ce4a46" /><Relationship Type="http://schemas.openxmlformats.org/officeDocument/2006/relationships/extended-properties" Target="/docProps/app.xml" Id="Rab9760a1e1d241ff" /><Relationship Type="http://schemas.openxmlformats.org/officeDocument/2006/relationships/officeDocument" Target="/ppt/presentation.xml" Id="R7efd1013ceac4e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d2d25d8e514389"/>
  </p:sldMasterIdLst>
  <p:notesMasterIdLst>
    <p:notesMasterId xmlns:r="http://schemas.openxmlformats.org/officeDocument/2006/relationships" r:id="Racffacf50a134154"/>
  </p:notesMasterIdLst>
  <p:sldIdLst>
    <p:sldId xmlns:r="http://schemas.openxmlformats.org/officeDocument/2006/relationships" id="256" r:id="R5d876cba77b64cd3"/>
    <p:sldId xmlns:r="http://schemas.openxmlformats.org/officeDocument/2006/relationships" id="257" r:id="R18a8d225f8fa4e6c"/>
    <p:sldId xmlns:r="http://schemas.openxmlformats.org/officeDocument/2006/relationships" id="258" r:id="Rd7a9fc273593449f"/>
    <p:sldId xmlns:r="http://schemas.openxmlformats.org/officeDocument/2006/relationships" id="259" r:id="R1273e750469e4a55"/>
    <p:sldId xmlns:r="http://schemas.openxmlformats.org/officeDocument/2006/relationships" id="260" r:id="R160a2cfa026f4bcd"/>
    <p:sldId xmlns:r="http://schemas.openxmlformats.org/officeDocument/2006/relationships" id="261" r:id="Rf6d302c7173b4c55"/>
    <p:sldId xmlns:r="http://schemas.openxmlformats.org/officeDocument/2006/relationships" id="262" r:id="R0584fdfbcca44af9"/>
    <p:sldId xmlns:r="http://schemas.openxmlformats.org/officeDocument/2006/relationships" id="263" r:id="R458b4f597fb345d8"/>
    <p:sldId xmlns:r="http://schemas.openxmlformats.org/officeDocument/2006/relationships" id="264" r:id="Raf43d392ae2149f9"/>
    <p:sldId xmlns:r="http://schemas.openxmlformats.org/officeDocument/2006/relationships" id="265" r:id="R478b15ef94f645e2"/>
    <p:sldId xmlns:r="http://schemas.openxmlformats.org/officeDocument/2006/relationships" id="266" r:id="Rfe1c7ae7d9fd4089"/>
    <p:sldId xmlns:r="http://schemas.openxmlformats.org/officeDocument/2006/relationships" id="267" r:id="Ra20154a06f8642c5"/>
    <p:sldId xmlns:r="http://schemas.openxmlformats.org/officeDocument/2006/relationships" id="268" r:id="R1721cd0d0aab4f8c"/>
    <p:sldId xmlns:r="http://schemas.openxmlformats.org/officeDocument/2006/relationships" id="269" r:id="R8c8d77527fc343ef"/>
    <p:sldId xmlns:r="http://schemas.openxmlformats.org/officeDocument/2006/relationships" id="270" r:id="R8469018e843041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aaacb8df034794" /><Relationship Type="http://schemas.openxmlformats.org/officeDocument/2006/relationships/slideMaster" Target="/ppt/slideMasters/slideMaster1.xml" Id="Rb7d2d25d8e514389" /><Relationship Type="http://schemas.openxmlformats.org/officeDocument/2006/relationships/notesMaster" Target="/ppt/notesMasters/notesMaster1.xml" Id="Racffacf50a134154" /><Relationship Type="http://schemas.openxmlformats.org/officeDocument/2006/relationships/presProps" Target="/ppt/presProps.xml" Id="R7fd130ec256a481c" /><Relationship Type="http://schemas.openxmlformats.org/officeDocument/2006/relationships/tableStyles" Target="/ppt/tableStyles.xml" Id="R8bde004495874fd6" /><Relationship Type="http://schemas.openxmlformats.org/officeDocument/2006/relationships/slide" Target="/ppt/slides/slide1.xml" Id="R5d876cba77b64cd3" /><Relationship Type="http://schemas.openxmlformats.org/officeDocument/2006/relationships/slide" Target="/ppt/slides/slide2.xml" Id="R18a8d225f8fa4e6c" /><Relationship Type="http://schemas.openxmlformats.org/officeDocument/2006/relationships/slide" Target="/ppt/slides/slide3.xml" Id="Rd7a9fc273593449f" /><Relationship Type="http://schemas.openxmlformats.org/officeDocument/2006/relationships/slide" Target="/ppt/slides/slide4.xml" Id="R1273e750469e4a55" /><Relationship Type="http://schemas.openxmlformats.org/officeDocument/2006/relationships/slide" Target="/ppt/slides/slide5.xml" Id="R160a2cfa026f4bcd" /><Relationship Type="http://schemas.openxmlformats.org/officeDocument/2006/relationships/slide" Target="/ppt/slides/slide6.xml" Id="Rf6d302c7173b4c55" /><Relationship Type="http://schemas.openxmlformats.org/officeDocument/2006/relationships/slide" Target="/ppt/slides/slide7.xml" Id="R0584fdfbcca44af9" /><Relationship Type="http://schemas.openxmlformats.org/officeDocument/2006/relationships/slide" Target="/ppt/slides/slide8.xml" Id="R458b4f597fb345d8" /><Relationship Type="http://schemas.openxmlformats.org/officeDocument/2006/relationships/slide" Target="/ppt/slides/slide9.xml" Id="Raf43d392ae2149f9" /><Relationship Type="http://schemas.openxmlformats.org/officeDocument/2006/relationships/slide" Target="/ppt/slides/slide10.xml" Id="R478b15ef94f645e2" /><Relationship Type="http://schemas.openxmlformats.org/officeDocument/2006/relationships/slide" Target="/ppt/slides/slide11.xml" Id="Rfe1c7ae7d9fd4089" /><Relationship Type="http://schemas.openxmlformats.org/officeDocument/2006/relationships/slide" Target="/ppt/slides/slide12.xml" Id="Ra20154a06f8642c5" /><Relationship Type="http://schemas.openxmlformats.org/officeDocument/2006/relationships/slide" Target="/ppt/slides/slide13.xml" Id="R1721cd0d0aab4f8c" /><Relationship Type="http://schemas.openxmlformats.org/officeDocument/2006/relationships/slide" Target="/ppt/slides/slide14.xml" Id="R8c8d77527fc343ef" /><Relationship Type="http://schemas.openxmlformats.org/officeDocument/2006/relationships/slide" Target="/ppt/slides/slide15.xml" Id="R8469018e843041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4cae64a1d748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861b36239546d1" /><Relationship Type="http://schemas.openxmlformats.org/officeDocument/2006/relationships/notesMaster" Target="/ppt/notesMasters/notesMaster1.xml" Id="Rfb9f9a4beb3b46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e2ed4d90054c3d" /><Relationship Type="http://schemas.openxmlformats.org/officeDocument/2006/relationships/notesMaster" Target="/ppt/notesMasters/notesMaster1.xml" Id="Re937a3adaf3240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6fabe2031246e4" /><Relationship Type="http://schemas.openxmlformats.org/officeDocument/2006/relationships/notesMaster" Target="/ppt/notesMasters/notesMaster1.xml" Id="R62bb244473f746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6cfc093a7548d6" /><Relationship Type="http://schemas.openxmlformats.org/officeDocument/2006/relationships/notesMaster" Target="/ppt/notesMasters/notesMaster1.xml" Id="R292a48bb7bee4e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c2eee19b5c49df" /><Relationship Type="http://schemas.openxmlformats.org/officeDocument/2006/relationships/notesMaster" Target="/ppt/notesMasters/notesMaster1.xml" Id="R5198fd9bfea74f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b7164f8b1c418d" /><Relationship Type="http://schemas.openxmlformats.org/officeDocument/2006/relationships/notesMaster" Target="/ppt/notesMasters/notesMaster1.xml" Id="R50afa0fc770c41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920c278e0645a3" /><Relationship Type="http://schemas.openxmlformats.org/officeDocument/2006/relationships/notesMaster" Target="/ppt/notesMasters/notesMaster1.xml" Id="Rd2bc015ecd8d4c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513be4faee412e" /><Relationship Type="http://schemas.openxmlformats.org/officeDocument/2006/relationships/notesMaster" Target="/ppt/notesMasters/notesMaster1.xml" Id="Re7c90c32178842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64001eece74520" /><Relationship Type="http://schemas.openxmlformats.org/officeDocument/2006/relationships/notesMaster" Target="/ppt/notesMasters/notesMaster1.xml" Id="R7354750f32dc4b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35e4dc52d74513" /><Relationship Type="http://schemas.openxmlformats.org/officeDocument/2006/relationships/notesMaster" Target="/ppt/notesMasters/notesMaster1.xml" Id="R851a82938f0d47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ac9cf6394e44dd" /><Relationship Type="http://schemas.openxmlformats.org/officeDocument/2006/relationships/notesMaster" Target="/ppt/notesMasters/notesMaster1.xml" Id="Rc1610b86e2594d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8c00716ba14a7d" /><Relationship Type="http://schemas.openxmlformats.org/officeDocument/2006/relationships/notesMaster" Target="/ppt/notesMasters/notesMaster1.xml" Id="R78e1bbb9164149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dcc1cf3ad94c1f" /><Relationship Type="http://schemas.openxmlformats.org/officeDocument/2006/relationships/notesMaster" Target="/ppt/notesMasters/notesMaster1.xml" Id="R7ef19ae970d24d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147a96fa9542a6" /><Relationship Type="http://schemas.openxmlformats.org/officeDocument/2006/relationships/notesMaster" Target="/ppt/notesMasters/notesMaster1.xml" Id="R2079382d94c9412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df7b723a784d3d" /><Relationship Type="http://schemas.openxmlformats.org/officeDocument/2006/relationships/notesMaster" Target="/ppt/notesMasters/notesMaster1.xml" Id="R1e2872514b8040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Projeto Aplicado ArchCorp, enunciado acadêmico fornecido ao projeto,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test_f1_cria_rascunho_sem_recadastro_e_reutiliza_idempotencia.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 test_f2_ativacao_cria_uma_cobranca_e_um_onboarding.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 e testes de F3 e indisponibilidade.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e docs/VISAO_NEGOCIO.md.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docs/EVIDENCIAS_VALIDACAO.md. Medição local em 13 de setembro de 2026 com 200 consultas de prontidão.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 técnico, seção 12, e docs/EVOLUCAO_MANUTENCAO.md. Inserir nomes e contribuições individuais antes da submissão.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da5d334d434a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a03f112bf3445c" /><Relationship Type="http://schemas.openxmlformats.org/officeDocument/2006/relationships/slideLayout" Target="/ppt/slideLayouts/slideLayout1.xml" Id="Rb4e71fcbe3b840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e71fcbe3b840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cf66a60f24ed3" /><Relationship Type="http://schemas.openxmlformats.org/officeDocument/2006/relationships/notesSlide" Target="/ppt/notesSlides/notesSlide1.xml" Id="R13b42f6fa09c4c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cfd8ef4b54bec" /><Relationship Type="http://schemas.openxmlformats.org/officeDocument/2006/relationships/notesSlide" Target="/ppt/notesSlides/notesSlide2.xml" Id="R8344f1aa563147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959c13da44279" /><Relationship Type="http://schemas.openxmlformats.org/officeDocument/2006/relationships/notesSlide" Target="/ppt/notesSlides/notesSlide3.xml" Id="R57ee6350fef241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d477a4c06495c" /><Relationship Type="http://schemas.openxmlformats.org/officeDocument/2006/relationships/notesSlide" Target="/ppt/notesSlides/notesSlide4.xml" Id="R2909900ed621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740c284574fd2" /><Relationship Type="http://schemas.openxmlformats.org/officeDocument/2006/relationships/notesSlide" Target="/ppt/notesSlides/notesSlide5.xml" Id="R6d90d3ea10d343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d1ad060354143" /><Relationship Type="http://schemas.openxmlformats.org/officeDocument/2006/relationships/notesSlide" Target="/ppt/notesSlides/notesSlide6.xml" Id="R1bfd89bf8ad443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9c6794be5418f" /><Relationship Type="http://schemas.openxmlformats.org/officeDocument/2006/relationships/notesSlide" Target="/ppt/notesSlides/notesSlide7.xml" Id="Rfa3ca89c74a549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f5c9067084913" /><Relationship Type="http://schemas.openxmlformats.org/officeDocument/2006/relationships/notesSlide" Target="/ppt/notesSlides/notesSlide8.xml" Id="Rd89986f718d84d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738bd399c4da2" /><Relationship Type="http://schemas.openxmlformats.org/officeDocument/2006/relationships/notesSlide" Target="/ppt/notesSlides/notesSlide9.xml" Id="R1e350df8712d47b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7511760b44ad4" /><Relationship Type="http://schemas.openxmlformats.org/officeDocument/2006/relationships/notesSlide" Target="/ppt/notesSlides/notesSlide10.xml" Id="R2b6dab84216c4f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4c267d5324c8f" /><Relationship Type="http://schemas.openxmlformats.org/officeDocument/2006/relationships/notesSlide" Target="/ppt/notesSlides/notesSlide11.xml" Id="R50e9257f250a46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be6da4ba14519" /><Relationship Type="http://schemas.openxmlformats.org/officeDocument/2006/relationships/notesSlide" Target="/ppt/notesSlides/notesSlide12.xml" Id="R07edcab7c42949e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6488c917a4c59" /><Relationship Type="http://schemas.openxmlformats.org/officeDocument/2006/relationships/notesSlide" Target="/ppt/notesSlides/notesSlide13.xml" Id="R4326d359e46c42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812e842d44ef7" /><Relationship Type="http://schemas.openxmlformats.org/officeDocument/2006/relationships/notesSlide" Target="/ppt/notesSlides/notesSlide14.xml" Id="Ra245b990107e44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9759903b44c4b" /><Relationship Type="http://schemas.openxmlformats.org/officeDocument/2006/relationships/notesSlide" Target="/ppt/notesSlides/notesSlide15.xml" Id="R85a25f7a0f4c4b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EC844-7FD3-49B5-A6A9-26A7D074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97520-940C-42B4-A51F-0BC01E33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46333-ADD3-4A8E-A008-3B4E973B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93CB3-0296-4630-987E-76B5302E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Equipe do Projeto Aplicado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de setembro de 2026</a:t>
            </a:r>
          </a:p>
        </p:txBody>
      </p:sp>
    </p:spTree>
    <p:extLst>
      <p:ext uri="{BB962C8B-B14F-4D97-AF65-F5344CB8AC3E}">
        <p14:creationId xmlns:p14="http://schemas.microsoft.com/office/powerpoint/2010/main" val="10558201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2663FC-8245-4AF0-8BFF-655BD36B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20D04F-795B-4439-AF64-B54F3FA6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6CD46-0F1C-4C90-B12C-055A006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42390-F118-4A71-B6C1-F20E73CC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3B4AA-CECE-476B-B198-77539FD4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8C6DC-FBC0-4217-A361-692B39F3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D277D-49B1-4A47-A87F-201023C3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3DED01-0476-45A9-8374-D327549C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E4070-313D-42C1-8E2B-29B92F4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19448417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679AE-97B3-4E3C-979B-906AEFE2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765A9-FC84-4832-9800-8810B052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1D342-C96F-4AF6-9D7B-57040A22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0B2CD-BC48-4D9F-A90B-A906D568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6192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2561F-FABE-43E6-B767-B8D6D50A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B509D-12C2-443C-8161-24EB8457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B86CC-65FD-4A2C-87C8-EC4A37AB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171450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EF93F-FA3B-4A08-BF1B-C87E044A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428750" cy="809625"/>
          </a:xfrm>
          <a:prstGeom xmlns:a="http://schemas.openxmlformats.org/drawingml/2006/main" prst="roundRect">
            <a:avLst>
              <a:gd name="adj" fmla="val 1647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812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625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14375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525000" y="240506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65D3A"/>
            </a:solidFill>
            <a:prstDash val="dash"/>
            <a:tailEnd type="arrow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3FDF2-3635-4F63-908A-9A77DA87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68571-79F7-427C-99B3-F7D055DB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9810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ou integrações específicas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4116694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02A03-4DED-40E4-A042-EB532A8E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27EFD1-7AD5-44F3-898E-A13E71CE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75A6EE-9353-4B37-8B4B-60851B2B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17AB7B-C552-4502-89B7-A328B8BE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onboarding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serviço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64035-7337-48A8-AD75-F693A2F0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7F4A3-3D04-45B9-8DE2-B6E96834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19009861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953D6-269B-4C4C-A84F-4082F7F9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CAAC4-D28B-4857-AE80-5867F0CD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51D20-730C-4B78-8FD5-2BE89D89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F47C2-05FF-409B-BD15-544A98B6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BFA1A-1EDB-4EBF-B9AA-AF9D3E45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B2DB7-BDAF-4547-9843-64A266CF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464319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AC01C7-2326-4C04-9089-13BDB103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5029A-CA15-472F-8E80-C69783D1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09FDE-080B-4B08-A414-A5BD17E8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99CEF-2799-4B9E-AAA4-9CA9BB54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90625"/>
            <a:ext cx="2000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REST 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0B269-1750-48D9-9AB3-6B13A13E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11410-8BCD-41BE-B97D-3635C088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BA304-14AF-4E4F-98B4-F6897D34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53EA3-E36F-4161-870D-14C98F3B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DFF6C-D5EB-4133-960F-7B2EF32A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14625"/>
            <a:ext cx="171450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cxnSp>
        <p:nvCxnSpPr>
          <p:cNvPr id="31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161925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2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857625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185737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4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096000" y="1857375"/>
            <a:ext cx="22383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cxnSp>
        <p:nvCxnSpPr>
          <p:cNvPr id="35" name=""/>
          <p:cNvCxnSpPr>
            <a:stCxn xmlns:a="http://schemas.openxmlformats.org/drawingml/2006/main" id="4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096000" y="1857375"/>
            <a:ext cx="4476750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27C83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AB34C-2AD2-4495-94FA-A6547CE0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29125"/>
            <a:ext cx="47625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Integration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 Inbox  Auditoria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61925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8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3857625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39" name=""/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3457575"/>
            <a:ext cx="0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0" name=""/>
          <p:cNvCxnSpPr>
            <a:stCxn xmlns:a="http://schemas.openxmlformats.org/drawingml/2006/main" id="8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2238375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cxnSp>
        <p:nvCxnSpPr>
          <p:cNvPr id="41" name=""/>
          <p:cNvCxnSpPr>
            <a:stCxn xmlns:a="http://schemas.openxmlformats.org/drawingml/2006/main" id="9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6096000" y="3457575"/>
            <a:ext cx="4476750" cy="971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657786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B58850-6941-4913-A74B-7903338E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197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15552474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D6C975-4BFB-494E-8A6E-7572442F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BFB9A-F731-409E-92D5-D2FC5C5B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5A08D8-43EE-48FE-A98C-874C2252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48127-7B79-4B5D-B0DC-9A545F44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37B24-F9CD-495A-93F9-52F77F7A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 e oportunidade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0CEA6-5B54-4919-8D9B-45AC4BE4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A315E-0894-42FB-9852-85CEB4AE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Contrato, itens, vigência, plano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92472-56DB-4264-9CB3-904F62B2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D7A8A0-75CB-4E62-87B1-49E62AF7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Cobrança, vencimento, pagamento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20F3E-944C-4D7C-92CD-440188A1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A19AB-2851-40EB-8ABD-6718B69B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2ABE92-8ED0-4AE2-9FDF-26D0F463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F28C8-CAA0-497B-B633-ECCF82D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2F425-B88F-4137-BA56-548732F3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43609-9C62-40B6-8656-92F123AA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8020191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7ED57A-21DD-455F-A1FD-78163D3D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D6BF7-D173-441E-9335-0C00D218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3455B-B701-42C8-9C88-993C069A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792B6-15B3-4B1D-973E-FF411F70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0A42A-584B-474B-9637-FB7FA203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BB848-67E7-4D3E-87E8-E7BFCC7F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3BB40-27C9-42B2-BD53-E7A2ADC1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910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318F9-A87C-4AB3-822F-74ED3B37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95875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Resultado testado: rascunho sem recadastro</a:t>
            </a:r>
          </a:p>
        </p:txBody>
      </p:sp>
    </p:spTree>
    <p:extLst>
      <p:ext uri="{BB962C8B-B14F-4D97-AF65-F5344CB8AC3E}">
        <p14:creationId xmlns:p14="http://schemas.microsoft.com/office/powerpoint/2010/main" val="17507224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03FC6-FA3E-44C9-A6DB-268FE6E7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473F1-8A68-4CDE-9913-8AF8FD36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onboarding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69B64-6DFA-44E2-8192-3F62CFEF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FE4BF-20C9-4108-AEA5-70D4497F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8B667-4588-47EA-B3DF-B1BB22B6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63839-4580-48C5-A679-28907424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F3CED-D2E4-48BA-9949-212B1EA6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onboarding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649F5-7A46-44E1-A847-EC7BF548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482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</p:spTree>
    <p:extLst>
      <p:ext uri="{BB962C8B-B14F-4D97-AF65-F5344CB8AC3E}">
        <p14:creationId xmlns:p14="http://schemas.microsoft.com/office/powerpoint/2010/main" val="20733583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D868E-598B-422C-B511-39AEE447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15DCC-0A74-4B58-A802-AFA78DED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D94BA-E95F-45A6-8A1F-34A6A267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CD4F4-EAAD-4659-BF92-1F26BE14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AC6E9-5EAC-42BA-8629-94132E46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4CDC8-00F5-4EA7-902C-2550593E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7F8AC-2A20-4765-AD41-79CEB973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FF0E23-98B0-48DA-A7D1-B3FA2BB9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Indisponibilidade preserva a solicitação para reconciliação</a:t>
            </a:r>
          </a:p>
        </p:txBody>
      </p:sp>
    </p:spTree>
    <p:extLst>
      <p:ext uri="{BB962C8B-B14F-4D97-AF65-F5344CB8AC3E}">
        <p14:creationId xmlns:p14="http://schemas.microsoft.com/office/powerpoint/2010/main" val="1111708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5CF97-6FF6-4391-AAEB-B30EB9DC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92535-8698-4343-A55E-FFE72B7F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DCCB2-0523-47E9-818A-FBB45A6D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F3C2C-F3B3-401D-AFDF-9C3E9E9B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42629-17A4-400D-BA09-776E4874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BEF2B-7203-4FFA-B415-F0BB8B93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78602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4E630-6F9B-48A9-A933-B458A2EC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F4352-BC8A-4ACB-B405-41924EF3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A4CB1-0A9E-4ACE-822A-B7BF471F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4B718-760F-465E-8204-D4FEE964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7E4E0-13CE-4218-9C4F-8CA492C7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Fila de falha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B9413-3749-4AE2-AEF3-05B86397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339A7C-B609-484C-964D-D31B9674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OIDC simulado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Validação na fronteira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Dados mínimos em logs e eventos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B5B1B-FD0E-49B5-87FD-5C024370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2385D-6982-4021-999D-4B3D6FD1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DCB19-E889-4B0D-9864-12D70E06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 permanente testada após três tentativas e reprocessamento auditado</a:t>
            </a:r>
          </a:p>
        </p:txBody>
      </p:sp>
    </p:spTree>
    <p:extLst>
      <p:ext uri="{BB962C8B-B14F-4D97-AF65-F5344CB8AC3E}">
        <p14:creationId xmlns:p14="http://schemas.microsoft.com/office/powerpoint/2010/main" val="10563582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583C-D029-4A23-AE52-87E1C32B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90636-08A3-4D80-A46E-FEBC7D8B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Evolução e viabilidade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0F074-A5E7-4AE9-966D-D111F3CE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73979-387F-4331-923E-35F19705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6858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entram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Campos opcionais permitem evolução compatível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 e consumidores por fila permitem escala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de módulo exige métricas e novo ADR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Docker Compose limita custo da demonstração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AF3FF-7DF9-4970-9667-710E315C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8112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Indicadores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FC565B-9A33-49D0-A4B8-D4B6C82E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143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ativação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SLA incorreto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por integração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Tempo de diagnóstico</a:t>
            </a:r>
          </a:p>
        </p:txBody>
      </p:sp>
    </p:spTree>
    <p:extLst>
      <p:ext uri="{BB962C8B-B14F-4D97-AF65-F5344CB8AC3E}">
        <p14:creationId xmlns:p14="http://schemas.microsoft.com/office/powerpoint/2010/main" val="5515310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F77D3-1911-4D99-A523-E2620762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080F1-3C8B-4A64-B66E-830A906A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Demonstração e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FC782-3E0B-4970-8B7C-BCA2E4A9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062A0-463F-4F62-8CF9-27886F05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13 testes aprovados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95FDD-4C09-4094-B721-9545E360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p95  6,36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B36EB-D99E-4EF9-8494-C7BC3B8D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57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F1 cria rascunho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F2 cria uma cobrança e um onboarding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F3 registra SLA e inicia resolução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 controlada preserva e reconcilia o chamado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1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12B"/>
                </a:solidFill>
                <a:latin typeface="Arial"/>
                <a:ea typeface="Arial"/>
                <a:cs typeface="Arial"/>
              </a:rPr>
              <a:t>Rastreabilidade reúne auditoria e eventos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B0C12-4443-49E1-A05C-0AE7BC4D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Premissas do AS IS seguem para validação com a organização</a:t>
            </a:r>
          </a:p>
        </p:txBody>
      </p:sp>
    </p:spTree>
    <p:extLst>
      <p:ext uri="{BB962C8B-B14F-4D97-AF65-F5344CB8AC3E}">
        <p14:creationId xmlns:p14="http://schemas.microsoft.com/office/powerpoint/2010/main" val="235016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83F70E-DFC2-4C78-9586-11984443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535231-CEC4-4593-A874-727B4744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próximos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11538-AAA3-4F14-9FF3-3C348D03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2F851-A153-4CC7-BE65-C28196B1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3A25C-AAB1-46B9-ACA6-5E64FFB9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 arquitetura integrou os três fluxos obrigatórios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correlação tornam falhas recuperáveis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2EC0C-2003-4F5F-BE8D-360BC535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AAB0A3-3CCB-4F8D-BA72-82B6FC2C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47875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Validar premissas e interfaces do AS IS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Conectar OIDC, TLS e sistemas reais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Automatizar retentativas e sincronizar o prazo do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B745B-FA09-4220-B9CE-76EBD9BB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91125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Próxima ação: validar a solução com dados, volumes e responsáveis reais</a:t>
            </a:r>
          </a:p>
        </p:txBody>
      </p:sp>
    </p:spTree>
    <p:extLst>
      <p:ext uri="{BB962C8B-B14F-4D97-AF65-F5344CB8AC3E}">
        <p14:creationId xmlns:p14="http://schemas.microsoft.com/office/powerpoint/2010/main" val="17789881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2026-09-14T03:13:48.7170000Z</dcterms:created>
  <dcterms:modified xsi:type="dcterms:W3CDTF">2026-09-14T03:13:48.7170000Z</dcterms:modified>
</coreProperties>
</file>