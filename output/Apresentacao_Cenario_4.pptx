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00b4f831b3492e" /><Relationship Type="http://schemas.openxmlformats.org/officeDocument/2006/relationships/extended-properties" Target="/docProps/app.xml" Id="R22c5ba39f7a1478e" /><Relationship Type="http://schemas.openxmlformats.org/officeDocument/2006/relationships/officeDocument" Target="/ppt/presentation.xml" Id="R31084abc4e5c49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7acbd1a8344d65"/>
  </p:sldMasterIdLst>
  <p:notesMasterIdLst>
    <p:notesMasterId xmlns:r="http://schemas.openxmlformats.org/officeDocument/2006/relationships" r:id="R34ee62f438ae401c"/>
  </p:notesMasterIdLst>
  <p:sldIdLst>
    <p:sldId xmlns:r="http://schemas.openxmlformats.org/officeDocument/2006/relationships" id="256" r:id="R7af63b94af104dbc"/>
    <p:sldId xmlns:r="http://schemas.openxmlformats.org/officeDocument/2006/relationships" id="257" r:id="R6764901b17a0438b"/>
    <p:sldId xmlns:r="http://schemas.openxmlformats.org/officeDocument/2006/relationships" id="258" r:id="R9b61c7ff444f46f9"/>
    <p:sldId xmlns:r="http://schemas.openxmlformats.org/officeDocument/2006/relationships" id="259" r:id="R661ef91ce75446de"/>
    <p:sldId xmlns:r="http://schemas.openxmlformats.org/officeDocument/2006/relationships" id="260" r:id="R3da5d776c4ef48bc"/>
    <p:sldId xmlns:r="http://schemas.openxmlformats.org/officeDocument/2006/relationships" id="261" r:id="R3e7d76c7c6af4a2e"/>
    <p:sldId xmlns:r="http://schemas.openxmlformats.org/officeDocument/2006/relationships" id="262" r:id="Ra64baa93a00c44f9"/>
    <p:sldId xmlns:r="http://schemas.openxmlformats.org/officeDocument/2006/relationships" id="263" r:id="R35544a58d25b4c86"/>
    <p:sldId xmlns:r="http://schemas.openxmlformats.org/officeDocument/2006/relationships" id="264" r:id="R37788af337ca4a21"/>
    <p:sldId xmlns:r="http://schemas.openxmlformats.org/officeDocument/2006/relationships" id="265" r:id="Rff7ad3688b324bec"/>
    <p:sldId xmlns:r="http://schemas.openxmlformats.org/officeDocument/2006/relationships" id="266" r:id="R61c09d3c93c645c4"/>
    <p:sldId xmlns:r="http://schemas.openxmlformats.org/officeDocument/2006/relationships" id="267" r:id="R18d4f5a63d0b4e58"/>
    <p:sldId xmlns:r="http://schemas.openxmlformats.org/officeDocument/2006/relationships" id="268" r:id="R4d5550782e294668"/>
    <p:sldId xmlns:r="http://schemas.openxmlformats.org/officeDocument/2006/relationships" id="269" r:id="R7ca8f20f2bd84c87"/>
    <p:sldId xmlns:r="http://schemas.openxmlformats.org/officeDocument/2006/relationships" id="270" r:id="Rf0a634f3fd854b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c99a7fb6b54251" /><Relationship Type="http://schemas.openxmlformats.org/officeDocument/2006/relationships/slideMaster" Target="/ppt/slideMasters/slideMaster1.xml" Id="R627acbd1a8344d65" /><Relationship Type="http://schemas.openxmlformats.org/officeDocument/2006/relationships/notesMaster" Target="/ppt/notesMasters/notesMaster1.xml" Id="R34ee62f438ae401c" /><Relationship Type="http://schemas.openxmlformats.org/officeDocument/2006/relationships/presProps" Target="/ppt/presProps.xml" Id="Rd7bb9c55c14c4cbf" /><Relationship Type="http://schemas.openxmlformats.org/officeDocument/2006/relationships/tableStyles" Target="/ppt/tableStyles.xml" Id="Ra5b0fb7d017f4400" /><Relationship Type="http://schemas.openxmlformats.org/officeDocument/2006/relationships/slide" Target="/ppt/slides/slide1.xml" Id="R7af63b94af104dbc" /><Relationship Type="http://schemas.openxmlformats.org/officeDocument/2006/relationships/slide" Target="/ppt/slides/slide2.xml" Id="R6764901b17a0438b" /><Relationship Type="http://schemas.openxmlformats.org/officeDocument/2006/relationships/slide" Target="/ppt/slides/slide3.xml" Id="R9b61c7ff444f46f9" /><Relationship Type="http://schemas.openxmlformats.org/officeDocument/2006/relationships/slide" Target="/ppt/slides/slide4.xml" Id="R661ef91ce75446de" /><Relationship Type="http://schemas.openxmlformats.org/officeDocument/2006/relationships/slide" Target="/ppt/slides/slide5.xml" Id="R3da5d776c4ef48bc" /><Relationship Type="http://schemas.openxmlformats.org/officeDocument/2006/relationships/slide" Target="/ppt/slides/slide6.xml" Id="R3e7d76c7c6af4a2e" /><Relationship Type="http://schemas.openxmlformats.org/officeDocument/2006/relationships/slide" Target="/ppt/slides/slide7.xml" Id="Ra64baa93a00c44f9" /><Relationship Type="http://schemas.openxmlformats.org/officeDocument/2006/relationships/slide" Target="/ppt/slides/slide8.xml" Id="R35544a58d25b4c86" /><Relationship Type="http://schemas.openxmlformats.org/officeDocument/2006/relationships/slide" Target="/ppt/slides/slide9.xml" Id="R37788af337ca4a21" /><Relationship Type="http://schemas.openxmlformats.org/officeDocument/2006/relationships/slide" Target="/ppt/slides/slide10.xml" Id="Rff7ad3688b324bec" /><Relationship Type="http://schemas.openxmlformats.org/officeDocument/2006/relationships/slide" Target="/ppt/slides/slide11.xml" Id="R61c09d3c93c645c4" /><Relationship Type="http://schemas.openxmlformats.org/officeDocument/2006/relationships/slide" Target="/ppt/slides/slide12.xml" Id="R18d4f5a63d0b4e58" /><Relationship Type="http://schemas.openxmlformats.org/officeDocument/2006/relationships/slide" Target="/ppt/slides/slide13.xml" Id="R4d5550782e294668" /><Relationship Type="http://schemas.openxmlformats.org/officeDocument/2006/relationships/slide" Target="/ppt/slides/slide14.xml" Id="R7ca8f20f2bd84c87" /><Relationship Type="http://schemas.openxmlformats.org/officeDocument/2006/relationships/slide" Target="/ppt/slides/slide15.xml" Id="Rf0a634f3fd854b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9f4dbcc24f48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8f22b026c14196" /><Relationship Type="http://schemas.openxmlformats.org/officeDocument/2006/relationships/notesMaster" Target="/ppt/notesMasters/notesMaster1.xml" Id="Rbd4c14960b2642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363f28e7c74cc9" /><Relationship Type="http://schemas.openxmlformats.org/officeDocument/2006/relationships/notesMaster" Target="/ppt/notesMasters/notesMaster1.xml" Id="R6f7621322edb4d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c29e2974f4495e" /><Relationship Type="http://schemas.openxmlformats.org/officeDocument/2006/relationships/notesMaster" Target="/ppt/notesMasters/notesMaster1.xml" Id="R21610eb817974a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afb1ec83d444b2" /><Relationship Type="http://schemas.openxmlformats.org/officeDocument/2006/relationships/notesMaster" Target="/ppt/notesMasters/notesMaster1.xml" Id="Rcdd65aa1229c45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52bcfc497744f1" /><Relationship Type="http://schemas.openxmlformats.org/officeDocument/2006/relationships/notesMaster" Target="/ppt/notesMasters/notesMaster1.xml" Id="R06425450a8134d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09166a8346479b" /><Relationship Type="http://schemas.openxmlformats.org/officeDocument/2006/relationships/notesMaster" Target="/ppt/notesMasters/notesMaster1.xml" Id="R938e915ba3b942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0a2b4fce4a4a21" /><Relationship Type="http://schemas.openxmlformats.org/officeDocument/2006/relationships/notesMaster" Target="/ppt/notesMasters/notesMaster1.xml" Id="Rcc99da92c8c54e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6c5b7efd944dd1" /><Relationship Type="http://schemas.openxmlformats.org/officeDocument/2006/relationships/notesMaster" Target="/ppt/notesMasters/notesMaster1.xml" Id="Rf2be5094788442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4a51d619454682" /><Relationship Type="http://schemas.openxmlformats.org/officeDocument/2006/relationships/notesMaster" Target="/ppt/notesMasters/notesMaster1.xml" Id="Rcaa6dcd1bc274e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e00cd0212b4165" /><Relationship Type="http://schemas.openxmlformats.org/officeDocument/2006/relationships/notesMaster" Target="/ppt/notesMasters/notesMaster1.xml" Id="Rbc9fd868fbb041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f0be9182c24fb5" /><Relationship Type="http://schemas.openxmlformats.org/officeDocument/2006/relationships/notesMaster" Target="/ppt/notesMasters/notesMaster1.xml" Id="R15d3c5cdacb546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c4984d15a945b8" /><Relationship Type="http://schemas.openxmlformats.org/officeDocument/2006/relationships/notesMaster" Target="/ppt/notesMasters/notesMaster1.xml" Id="R33070ddf868e4c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c6bfaeb17843ea" /><Relationship Type="http://schemas.openxmlformats.org/officeDocument/2006/relationships/notesMaster" Target="/ppt/notesMasters/notesMaster1.xml" Id="R080f4c071f5541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4b6ceeea1a47ed" /><Relationship Type="http://schemas.openxmlformats.org/officeDocument/2006/relationships/notesMaster" Target="/ppt/notesMasters/notesMaster1.xml" Id="R3e86538f3d1d4db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dee1ad725b49e4" /><Relationship Type="http://schemas.openxmlformats.org/officeDocument/2006/relationships/notesMaster" Target="/ppt/notesMasters/notesMaster1.xml" Id="R6eadca78755c4a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Guia.pdf e plano local. Enunciado específico Localiza não localizado no checkout. Projeto conceitual, sem acesso aos sistemas da organização.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test_f1_cria_rascunho_sem_recadastro_e_reutiliza_idempotencia.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test_f2_ativacao_cria_uma_cobranca_e_uma_preparacao_de_retirada.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testes de F3 e indisponibilidade.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e docs/VISAO_NEGOCIO.md.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docs/EVIDENCIAS_VALIDACAO.md, 30/09/2026. p95 de /health/ready em 200 consultas SQLite, sem concorrência. Axe em sete telas com dados sintéticos não comprova WCAG completa.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 técnico, seção 12, e docs/EVOLUCAO_MANUTENCAO.md. Inserir nomes e contribuições individuais antes da submissão.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64561e7d843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77c4fd46ab4f3b" /><Relationship Type="http://schemas.openxmlformats.org/officeDocument/2006/relationships/slideLayout" Target="/ppt/slideLayouts/slideLayout1.xml" Id="Rbe77084cc0ef46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77084cc0ef46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7d5479da24016" /><Relationship Type="http://schemas.openxmlformats.org/officeDocument/2006/relationships/notesSlide" Target="/ppt/notesSlides/notesSlide1.xml" Id="R40ec853b6bbc48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6b44972e94c89" /><Relationship Type="http://schemas.openxmlformats.org/officeDocument/2006/relationships/notesSlide" Target="/ppt/notesSlides/notesSlide2.xml" Id="Re42b44e79e9a4b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6d97716df4384" /><Relationship Type="http://schemas.openxmlformats.org/officeDocument/2006/relationships/notesSlide" Target="/ppt/notesSlides/notesSlide3.xml" Id="R422e510e848843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feb4fab7d4b3b" /><Relationship Type="http://schemas.openxmlformats.org/officeDocument/2006/relationships/notesSlide" Target="/ppt/notesSlides/notesSlide4.xml" Id="R33f85071e1b845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da80f5db248fd" /><Relationship Type="http://schemas.openxmlformats.org/officeDocument/2006/relationships/notesSlide" Target="/ppt/notesSlides/notesSlide5.xml" Id="Rcc32685337c947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73d0aa5174f5c" /><Relationship Type="http://schemas.openxmlformats.org/officeDocument/2006/relationships/notesSlide" Target="/ppt/notesSlides/notesSlide6.xml" Id="Rfbed30f0878146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75ad3a5374740" /><Relationship Type="http://schemas.openxmlformats.org/officeDocument/2006/relationships/notesSlide" Target="/ppt/notesSlides/notesSlide7.xml" Id="R317ab0bd4c1a4e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b4b738bef4edc" /><Relationship Type="http://schemas.openxmlformats.org/officeDocument/2006/relationships/notesSlide" Target="/ppt/notesSlides/notesSlide8.xml" Id="Rdcb5e630a44b4d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8ac6ca0bb4dfe" /><Relationship Type="http://schemas.openxmlformats.org/officeDocument/2006/relationships/notesSlide" Target="/ppt/notesSlides/notesSlide9.xml" Id="Rc8491097c67148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9810de3054efc" /><Relationship Type="http://schemas.openxmlformats.org/officeDocument/2006/relationships/notesSlide" Target="/ppt/notesSlides/notesSlide10.xml" Id="R0f12c4d8a89149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cea1b0f984a33" /><Relationship Type="http://schemas.openxmlformats.org/officeDocument/2006/relationships/notesSlide" Target="/ppt/notesSlides/notesSlide11.xml" Id="R9e0d4df85a244f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b7eb26d6f49b1" /><Relationship Type="http://schemas.openxmlformats.org/officeDocument/2006/relationships/notesSlide" Target="/ppt/notesSlides/notesSlide12.xml" Id="Rebc8f723efbc43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9db44334849d2" /><Relationship Type="http://schemas.openxmlformats.org/officeDocument/2006/relationships/notesSlide" Target="/ppt/notesSlides/notesSlide13.xml" Id="Rdf6caf1954c44a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9fe4fa80c4cb8" /><Relationship Type="http://schemas.openxmlformats.org/officeDocument/2006/relationships/notesSlide" Target="/ppt/notesSlides/notesSlide14.xml" Id="Rec13de67d51f4f2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f67a8b7084dfe" /><Relationship Type="http://schemas.openxmlformats.org/officeDocument/2006/relationships/notesSlide" Target="/ppt/notesSlides/notesSlide15.xml" Id="R5e6c16c064d941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BA803-F5F2-4A9D-BCFD-79D70885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Cenário Localiza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B52BF-1A8E-40C8-B2F4-DD046016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17D8B-289C-4398-8F47-EC803C69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822B5-4251-4566-9FE1-197AA586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Equipe do Projeto Aplicado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30 de setembro de 2026 · em revisão</a:t>
            </a:r>
          </a:p>
        </p:txBody>
      </p:sp>
    </p:spTree>
    <p:extLst>
      <p:ext uri="{BB962C8B-B14F-4D97-AF65-F5344CB8AC3E}">
        <p14:creationId xmlns:p14="http://schemas.microsoft.com/office/powerpoint/2010/main" val="10617682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8FDEB-7751-4408-ADB9-DF6282F1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76B0F-DF8B-41E1-9CB5-4C0F3368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55A57-0395-4314-B345-CDF4BF20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FB443-8FA1-4559-B4C1-DC8AA876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2F112-9DE3-4884-922D-E81727D6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4D356-2378-4EA0-9E4B-BF523726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B20FF-9CFD-4F7B-A192-48BF3D64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66F67-B962-4673-AD7B-D4F09C90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31324-36F5-40DA-8F5D-D801A074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874897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87F87-A418-476B-B98C-DCA95835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06127-81BD-469A-94FF-18F28220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2C2DE-0EA4-4412-9CB6-E2807943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2D17E-EDBF-4FF8-BB81-DBC5C58D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B661C-0939-43A1-89C7-32489441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1714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42277-9B14-4B3A-A3C1-61DA3101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0250"/>
            <a:ext cx="1714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5B854-3C7D-402B-86DA-8C2306ED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1714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61341-D3BD-4F28-BE90-A4926386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428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81250" y="2524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62500" y="2524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143750" y="2524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25000" y="2524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29EEF4-9B67-4FBE-B09F-173A0498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681B0-EDA5-4274-83A2-70E67C6F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9810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ou integrações específicas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10592972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AAF7A-12C9-41EE-9582-10A4C051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83FA2-347E-4EC5-8B86-5AFF93F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A863C3-A863-4FC3-B28D-BD84EE09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DB77C-B0B7-42F2-8F5B-BE2B504E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8C3C2-0116-4C08-A4E7-FB3DC506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F25D0-6E8F-409E-BAC9-219025C3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8057566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60652-E1B1-4B7B-AB72-4B4379D4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3A109-27E7-4C80-AB4C-C721561E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84225-3249-465E-B02A-6DF6A3B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68D56-AC8D-480C-B9D8-A1905854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C4CEF-63E2-498B-9A67-94F650A9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SQLite verificado; PostgreSQL e RabbitMQ previstos no Compose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E7058-0261-4376-9F9E-4417392B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138749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E4805A-697C-476D-9A4A-0E0F8CE8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F02F9-3CC6-40B6-8A35-85AC4325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5DD65-7BD9-4DA3-9D67-EAA79036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CE8C05-F882-44B8-9B80-8F6E51E4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90625"/>
            <a:ext cx="2000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REST 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64C12-7142-4D4A-9EE2-F018F9D1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C71DE4-832A-4F1D-886B-F9055C88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D39AC-814F-4AF2-82BF-BA6C2308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A69C6-2C96-4B8C-A276-D1F886F8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9FE18B-068E-4C91-A81A-FE0552E1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cxnSp>
        <p:nvCxnSpPr>
          <p:cNvPr id="31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161925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2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857625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185737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4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96000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5" name=""/>
          <p:cNvCxnSpPr>
            <a:stCxn xmlns:a="http://schemas.openxmlformats.org/drawingml/2006/main" id="4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09600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598E-6C80-4CDD-AE34-1BD1B3C8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29125"/>
            <a:ext cx="47625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Integration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 Inbox  Auditoria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61925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8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3857625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3457575"/>
            <a:ext cx="0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0" name=""/>
          <p:cNvCxnSpPr>
            <a:stCxn xmlns:a="http://schemas.openxmlformats.org/drawingml/2006/main" id="8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110C87-7B9A-45CD-AB13-CA478F2E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197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8203996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A5879-FB5E-48C1-8945-B66DFD15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011AD-E3AA-487B-8F8F-B7F7AFDC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32DC5-ACE9-40DF-A45E-AAB4E968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3914C-052D-4D5B-92C5-3FC838AE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D8117-600B-49EC-B31C-1686ABE2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B3C8F-1C39-4D2F-8686-33C166D3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C3A43-2580-428E-964F-8042B81A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46B31-1E68-4430-AC50-4474B84C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960EC-C33F-4EC1-B1CB-5B60EB28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AFC6D-A90A-4512-98A8-0329B610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261D0-69E8-4E28-9BE2-23670560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B6F7E2-CD39-4306-A37D-0883C7D1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B9959-2E66-403D-9358-3B4E39A8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51E8E-23D3-4DF5-9840-16F02DD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C6B6E-6D6E-40E3-A5ED-9E6BAE42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7793307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5C1E9C-B1D3-4A41-B4EB-4B265CA3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22ED5-2112-4AF0-BC4D-C9F154D5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B9433-6729-4B7A-B3E7-9E283785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22FF1-DBF9-4FC9-A46F-72467080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76FD0-A4DC-478C-A6E7-60D9558E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C5312-67D4-42AB-940B-9823EA1B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45B80-3E45-485F-A15B-5CC969E5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910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2F618-E4FD-4187-BDEB-BBD34C4C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95875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Resultado testado: rascunho sem recadastro</a:t>
            </a:r>
          </a:p>
        </p:txBody>
      </p:sp>
    </p:spTree>
    <p:extLst>
      <p:ext uri="{BB962C8B-B14F-4D97-AF65-F5344CB8AC3E}">
        <p14:creationId xmlns:p14="http://schemas.microsoft.com/office/powerpoint/2010/main" val="17613146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1E945-C56C-4C2D-A219-9CD8FD3D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9CF62A-1211-4DEE-96C7-9A964F6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080EE-0864-4100-8870-85F9441C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38623-40DD-4F14-97A2-A716DF13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020B9-3B5D-49E7-B5FA-8B69A42F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0B7E8-50C7-4C21-8160-581554DE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13CE8-F278-441A-A20A-C6EDD343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1000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9E0A6-3DE8-4DFC-8CE2-6FC1E0C6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482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</p:spTree>
    <p:extLst>
      <p:ext uri="{BB962C8B-B14F-4D97-AF65-F5344CB8AC3E}">
        <p14:creationId xmlns:p14="http://schemas.microsoft.com/office/powerpoint/2010/main" val="1047457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525EC1-6BC4-4EEF-9C4F-3804A5D7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380C8-5988-41FC-9CD3-E6FCAFC1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64614-BB05-4AEB-8BA0-55DDD132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CE0AF-B6D6-4B8C-B700-01755325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53F95-C561-4D37-A346-A3C7F7A3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78A60-C084-4E60-97FE-362166F3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DFEF4-93B7-49EF-A09D-68CE8780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C53D8-11D2-4497-8492-89CCDCC8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Indisponibilidade preserva a solicitação para reconciliação</a:t>
            </a:r>
          </a:p>
        </p:txBody>
      </p:sp>
    </p:spTree>
    <p:extLst>
      <p:ext uri="{BB962C8B-B14F-4D97-AF65-F5344CB8AC3E}">
        <p14:creationId xmlns:p14="http://schemas.microsoft.com/office/powerpoint/2010/main" val="7294991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ED6C4-DFEF-4BCB-B385-8CADDBAB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F3E3CE-F549-41A9-9351-ED53354B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 técnicos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0111E-57E1-4667-9456-CBB4C67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CEA3C-5F5A-45F7-9F8A-B9BF8698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1ACE2-3EEB-407C-A480-9E2A199D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8685F-759F-47C6-9E68-86269CE7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7200462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2B1F5-87AE-452D-9383-DBA317EA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4374D-3250-4C6D-87DA-FB967F75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3116D-F645-486E-82BF-72E626BF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39900-C4C2-47E4-9F83-14A812A9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CF01C-D242-4703-A494-27BC1D61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Rollback local e reprocessamento auditado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407B7-6FC4-4C49-A28A-8D28CCD7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4D69A-D904-41C3-9F5E-C49ED9DE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público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Validação na fronteira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Exceções sem texto livre em logs e fila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A64D3-4DD4-4439-989B-6B7DA2B2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28AC8-13AF-4CF7-B698-6DD3D18B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BACF3-598C-42F8-9BA4-FA980607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 permanente testada após três tentativas e reprocessamento auditado</a:t>
            </a:r>
          </a:p>
        </p:txBody>
      </p:sp>
    </p:spTree>
    <p:extLst>
      <p:ext uri="{BB962C8B-B14F-4D97-AF65-F5344CB8AC3E}">
        <p14:creationId xmlns:p14="http://schemas.microsoft.com/office/powerpoint/2010/main" val="5013389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E3C02A-4940-4647-9482-73B93B99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3825B-6F13-4003-B540-0030FEC3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Evolução e viabilidade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2F0EF-277E-4158-A10D-5835082F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0AC93-A2C3-4688-B9B7-E01EBEC4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entram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Campos opcionais permitem evolução compatível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Escala por réplicas/fila é uma evolução futura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de módulo exige métricas e novo ADR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Docker Compose limita custo da demonstração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E9992-6F4C-44E6-9ACF-9A6DD1AE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8112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Indicadores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C6174-5930-48E4-87DB-BFDA9212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143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ativação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SLA incorreto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por integração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diagnóstico</a:t>
            </a:r>
          </a:p>
        </p:txBody>
      </p:sp>
    </p:spTree>
    <p:extLst>
      <p:ext uri="{BB962C8B-B14F-4D97-AF65-F5344CB8AC3E}">
        <p14:creationId xmlns:p14="http://schemas.microsoft.com/office/powerpoint/2010/main" val="11982184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7913E-CEC3-442F-8DAB-C3C5D3CE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33654-0399-4F72-B55B-D005A7A5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Demonstração e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8A00C-48DA-43EB-8BD8-1B8D40B3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F3CD0-CA0D-41B9-A379-6A3E6324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84 testes Python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6E3E8-873D-4B3C-AE49-41B8E152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p95  3,68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6E188-02A6-4A9F-8A86-431C0643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57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 cria rascunho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F2 cria uma cobrança e uma preparação de retirada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F3 registra SLA e inicia resolução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11 testes de navegador, incluindo axe e teclado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 SQL desfeita e pagamentos auditados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4A320-FE26-4B7D-B60C-FAFBC6F5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Verificação local; HTTPS e infraestrutura externa pendentes</a:t>
            </a:r>
          </a:p>
        </p:txBody>
      </p:sp>
    </p:spTree>
    <p:extLst>
      <p:ext uri="{BB962C8B-B14F-4D97-AF65-F5344CB8AC3E}">
        <p14:creationId xmlns:p14="http://schemas.microsoft.com/office/powerpoint/2010/main" val="17854813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F2307-CE78-4C8A-854A-3FDF261D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C8391-C47A-425A-A1FC-A960616A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próximos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4F647-7605-4131-8E72-6FCE77BA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BF352-9EE7-4732-A9BF-EAECAC28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3916B-85FC-4579-9981-B75BC4A9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 arquitetura integrou os três fluxos obrigatórios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técnicos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correlação tornam falhas recuperáveis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4247A-19B2-41AA-A14C-A889D619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A6FA8-E36B-428A-9B3B-57927887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47875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Validar premissas e interfaces do AS IS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Publicar e testar a demo gratuita com dados sintéticos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Adicionar identidade individual e retentativas com atraso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66C3F-3B51-4BBA-8CE0-5C4E55A8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91125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Próxima ação: validar a solução com dados, volumes e responsáveis reais</a:t>
            </a:r>
          </a:p>
        </p:txBody>
      </p:sp>
    </p:spTree>
    <p:extLst>
      <p:ext uri="{BB962C8B-B14F-4D97-AF65-F5344CB8AC3E}">
        <p14:creationId xmlns:p14="http://schemas.microsoft.com/office/powerpoint/2010/main" val="1105091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2026-09-30T21:26:11.2690000Z</dcterms:created>
  <dcterms:modified xsi:type="dcterms:W3CDTF">2026-09-30T21:26:11.2690000Z</dcterms:modified>
</coreProperties>
</file>